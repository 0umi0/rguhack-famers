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C85BC-00D6-451E-BB1A-8CDFE6B16165}" v="2" dt="2026-03-01T09:50:17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AKHIGBE (2235666)" userId="e4dd8d1c-d4db-4485-a58c-f8fa36845490" providerId="ADAL" clId="{7C2DE6A6-22D7-4B69-8ACD-E969414D4321}"/>
    <pc:docChg chg="undo custSel modSld">
      <pc:chgData name="EMMANUEL AKHIGBE (2235666)" userId="e4dd8d1c-d4db-4485-a58c-f8fa36845490" providerId="ADAL" clId="{7C2DE6A6-22D7-4B69-8ACD-E969414D4321}" dt="2026-03-01T09:50:25.914" v="13" actId="26606"/>
      <pc:docMkLst>
        <pc:docMk/>
      </pc:docMkLst>
      <pc:sldChg chg="addSp delSp modSp mod addAnim delAnim">
        <pc:chgData name="EMMANUEL AKHIGBE (2235666)" userId="e4dd8d1c-d4db-4485-a58c-f8fa36845490" providerId="ADAL" clId="{7C2DE6A6-22D7-4B69-8ACD-E969414D4321}" dt="2026-03-01T09:50:25.914" v="13" actId="26606"/>
        <pc:sldMkLst>
          <pc:docMk/>
          <pc:sldMk cId="3078724739" sldId="256"/>
        </pc:sldMkLst>
        <pc:spChg chg="mod">
          <ac:chgData name="EMMANUEL AKHIGBE (2235666)" userId="e4dd8d1c-d4db-4485-a58c-f8fa36845490" providerId="ADAL" clId="{7C2DE6A6-22D7-4B69-8ACD-E969414D4321}" dt="2026-03-01T09:42:04.239" v="8" actId="26606"/>
          <ac:spMkLst>
            <pc:docMk/>
            <pc:sldMk cId="3078724739" sldId="256"/>
            <ac:spMk id="2" creationId="{7C3D0BA0-7BD1-5F98-56AB-D521B7E5FBF5}"/>
          </ac:spMkLst>
        </pc:spChg>
        <pc:spChg chg="mod">
          <ac:chgData name="EMMANUEL AKHIGBE (2235666)" userId="e4dd8d1c-d4db-4485-a58c-f8fa36845490" providerId="ADAL" clId="{7C2DE6A6-22D7-4B69-8ACD-E969414D4321}" dt="2026-03-01T09:42:04.239" v="8" actId="26606"/>
          <ac:spMkLst>
            <pc:docMk/>
            <pc:sldMk cId="3078724739" sldId="256"/>
            <ac:spMk id="3" creationId="{8FE66BC8-1A33-60E2-4BD2-D8677ED660A0}"/>
          </ac:spMkLst>
        </pc:spChg>
        <pc:spChg chg="add ord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6" creationId="{FEB4AC62-1906-68A8-26A4-D607C6A0304F}"/>
          </ac:spMkLst>
        </pc:spChg>
        <pc:spChg chg="add del">
          <ac:chgData name="EMMANUEL AKHIGBE (2235666)" userId="e4dd8d1c-d4db-4485-a58c-f8fa36845490" providerId="ADAL" clId="{7C2DE6A6-22D7-4B69-8ACD-E969414D4321}" dt="2026-03-01T09:42:04.239" v="8" actId="26606"/>
          <ac:spMkLst>
            <pc:docMk/>
            <pc:sldMk cId="3078724739" sldId="256"/>
            <ac:spMk id="40" creationId="{956C5C09-0043-4549-B800-2101B70D667D}"/>
          </ac:spMkLst>
        </pc:spChg>
        <pc:spChg chg="add del">
          <ac:chgData name="EMMANUEL AKHIGBE (2235666)" userId="e4dd8d1c-d4db-4485-a58c-f8fa36845490" providerId="ADAL" clId="{7C2DE6A6-22D7-4B69-8ACD-E969414D4321}" dt="2026-03-01T09:42:04.239" v="8" actId="26606"/>
          <ac:spMkLst>
            <pc:docMk/>
            <pc:sldMk cId="3078724739" sldId="256"/>
            <ac:spMk id="41" creationId="{B2C335F7-F61C-4EB4-80F2-4B1438FE66BB}"/>
          </ac:spMkLst>
        </pc:spChg>
        <pc:spChg chg="add del">
          <ac:chgData name="EMMANUEL AKHIGBE (2235666)" userId="e4dd8d1c-d4db-4485-a58c-f8fa36845490" providerId="ADAL" clId="{7C2DE6A6-22D7-4B69-8ACD-E969414D4321}" dt="2026-03-01T09:42:04.239" v="8" actId="26606"/>
          <ac:spMkLst>
            <pc:docMk/>
            <pc:sldMk cId="3078724739" sldId="256"/>
            <ac:spMk id="42" creationId="{A25E582A-D9A0-408B-8FB7-841383442CCB}"/>
          </ac:spMkLst>
        </pc:spChg>
        <pc:spChg chg="add del">
          <ac:chgData name="EMMANUEL AKHIGBE (2235666)" userId="e4dd8d1c-d4db-4485-a58c-f8fa36845490" providerId="ADAL" clId="{7C2DE6A6-22D7-4B69-8ACD-E969414D4321}" dt="2026-03-01T09:41:49.252" v="3" actId="26606"/>
          <ac:spMkLst>
            <pc:docMk/>
            <pc:sldMk cId="3078724739" sldId="256"/>
            <ac:spMk id="47" creationId="{C7EFAAB5-34A3-C2FC-70BA-7720CC8ADBAC}"/>
          </ac:spMkLst>
        </pc:spChg>
        <pc:spChg chg="add del">
          <ac:chgData name="EMMANUEL AKHIGBE (2235666)" userId="e4dd8d1c-d4db-4485-a58c-f8fa36845490" providerId="ADAL" clId="{7C2DE6A6-22D7-4B69-8ACD-E969414D4321}" dt="2026-03-01T09:41:49.252" v="3" actId="26606"/>
          <ac:spMkLst>
            <pc:docMk/>
            <pc:sldMk cId="3078724739" sldId="256"/>
            <ac:spMk id="49" creationId="{FDD57DDC-2075-7CBD-00B4-0A5FF09917FF}"/>
          </ac:spMkLst>
        </pc:spChg>
        <pc:spChg chg="add del">
          <ac:chgData name="EMMANUEL AKHIGBE (2235666)" userId="e4dd8d1c-d4db-4485-a58c-f8fa36845490" providerId="ADAL" clId="{7C2DE6A6-22D7-4B69-8ACD-E969414D4321}" dt="2026-03-01T09:41:54.937" v="5" actId="26606"/>
          <ac:spMkLst>
            <pc:docMk/>
            <pc:sldMk cId="3078724739" sldId="256"/>
            <ac:spMk id="51" creationId="{E4C7F386-A972-9ED7-C153-F0E50968255B}"/>
          </ac:spMkLst>
        </pc:spChg>
        <pc:spChg chg="add del">
          <ac:chgData name="EMMANUEL AKHIGBE (2235666)" userId="e4dd8d1c-d4db-4485-a58c-f8fa36845490" providerId="ADAL" clId="{7C2DE6A6-22D7-4B69-8ACD-E969414D4321}" dt="2026-03-01T09:41:54.937" v="5" actId="26606"/>
          <ac:spMkLst>
            <pc:docMk/>
            <pc:sldMk cId="3078724739" sldId="256"/>
            <ac:spMk id="52" creationId="{FAF3766F-DEF3-4802-BB0D-7A18EDD9704F}"/>
          </ac:spMkLst>
        </pc:spChg>
        <pc:spChg chg="add del">
          <ac:chgData name="EMMANUEL AKHIGBE (2235666)" userId="e4dd8d1c-d4db-4485-a58c-f8fa36845490" providerId="ADAL" clId="{7C2DE6A6-22D7-4B69-8ACD-E969414D4321}" dt="2026-03-01T09:41:54.937" v="5" actId="26606"/>
          <ac:spMkLst>
            <pc:docMk/>
            <pc:sldMk cId="3078724739" sldId="256"/>
            <ac:spMk id="53" creationId="{B2C335F7-F61C-4EB4-80F2-4B1438FE66BB}"/>
          </ac:spMkLst>
        </pc:spChg>
        <pc:spChg chg="add del">
          <ac:chgData name="EMMANUEL AKHIGBE (2235666)" userId="e4dd8d1c-d4db-4485-a58c-f8fa36845490" providerId="ADAL" clId="{7C2DE6A6-22D7-4B69-8ACD-E969414D4321}" dt="2026-03-01T09:42:04.227" v="7" actId="26606"/>
          <ac:spMkLst>
            <pc:docMk/>
            <pc:sldMk cId="3078724739" sldId="256"/>
            <ac:spMk id="55" creationId="{5820888B-4EA5-E0E8-6D52-7733E1E77451}"/>
          </ac:spMkLst>
        </pc:spChg>
        <pc:spChg chg="add del">
          <ac:chgData name="EMMANUEL AKHIGBE (2235666)" userId="e4dd8d1c-d4db-4485-a58c-f8fa36845490" providerId="ADAL" clId="{7C2DE6A6-22D7-4B69-8ACD-E969414D4321}" dt="2026-03-01T09:42:04.227" v="7" actId="26606"/>
          <ac:spMkLst>
            <pc:docMk/>
            <pc:sldMk cId="3078724739" sldId="256"/>
            <ac:spMk id="56" creationId="{06B5A8BF-0680-F9A7-27B1-3971EC934783}"/>
          </ac:spMkLst>
        </pc:spChg>
        <pc:spChg chg="add del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58" creationId="{FAF3766F-DEF3-4802-BB0D-7A18EDD9704F}"/>
          </ac:spMkLst>
        </pc:spChg>
        <pc:spChg chg="add del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59" creationId="{D91952F0-771E-D2ED-C333-EEED6708B80C}"/>
          </ac:spMkLst>
        </pc:spChg>
        <pc:spChg chg="add del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60" creationId="{3FB6D83C-2377-9CAD-A991-9E0B6AF25067}"/>
          </ac:spMkLst>
        </pc:spChg>
        <pc:spChg chg="add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65" creationId="{FAF3766F-DEF3-4802-BB0D-7A18EDD9704F}"/>
          </ac:spMkLst>
        </pc:spChg>
        <pc:spChg chg="add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67" creationId="{D91952F0-771E-D2ED-C333-EEED6708B80C}"/>
          </ac:spMkLst>
        </pc:spChg>
        <pc:spChg chg="add">
          <ac:chgData name="EMMANUEL AKHIGBE (2235666)" userId="e4dd8d1c-d4db-4485-a58c-f8fa36845490" providerId="ADAL" clId="{7C2DE6A6-22D7-4B69-8ACD-E969414D4321}" dt="2026-03-01T09:50:25.914" v="13" actId="26606"/>
          <ac:spMkLst>
            <pc:docMk/>
            <pc:sldMk cId="3078724739" sldId="256"/>
            <ac:spMk id="69" creationId="{3FB6D83C-2377-9CAD-A991-9E0B6AF25067}"/>
          </ac:spMkLst>
        </pc:spChg>
        <pc:picChg chg="del mod">
          <ac:chgData name="EMMANUEL AKHIGBE (2235666)" userId="e4dd8d1c-d4db-4485-a58c-f8fa36845490" providerId="ADAL" clId="{7C2DE6A6-22D7-4B69-8ACD-E969414D4321}" dt="2026-03-01T09:50:11.401" v="9" actId="478"/>
          <ac:picMkLst>
            <pc:docMk/>
            <pc:sldMk cId="3078724739" sldId="256"/>
            <ac:picMk id="5" creationId="{C2A37FFD-BBB2-6DD5-88DE-33DAB3CDCC52}"/>
          </ac:picMkLst>
        </pc:picChg>
        <pc:picChg chg="add mod">
          <ac:chgData name="EMMANUEL AKHIGBE (2235666)" userId="e4dd8d1c-d4db-4485-a58c-f8fa36845490" providerId="ADAL" clId="{7C2DE6A6-22D7-4B69-8ACD-E969414D4321}" dt="2026-03-01T09:50:25.914" v="13" actId="26606"/>
          <ac:picMkLst>
            <pc:docMk/>
            <pc:sldMk cId="3078724739" sldId="256"/>
            <ac:picMk id="7" creationId="{FCDEC30A-1475-6195-79FB-E5C5B9A14B0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939AB-FF92-4252-AFB4-A4CD3FFD6EA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5ACCFB2-85F9-456E-A116-9CB2512FC601}">
      <dgm:prSet/>
      <dgm:spPr/>
      <dgm:t>
        <a:bodyPr/>
        <a:lstStyle/>
        <a:p>
          <a:pPr>
            <a:defRPr cap="all"/>
          </a:pPr>
          <a:r>
            <a:rPr lang="en-US" b="0" i="0" baseline="0"/>
            <a:t>University integration</a:t>
          </a:r>
          <a:endParaRPr lang="en-US"/>
        </a:p>
      </dgm:t>
    </dgm:pt>
    <dgm:pt modelId="{961704F2-0508-4F50-BF04-3E88A0887A36}" type="parTrans" cxnId="{59C47701-E58C-430E-A619-1884BF16E0F8}">
      <dgm:prSet/>
      <dgm:spPr/>
      <dgm:t>
        <a:bodyPr/>
        <a:lstStyle/>
        <a:p>
          <a:endParaRPr lang="en-US"/>
        </a:p>
      </dgm:t>
    </dgm:pt>
    <dgm:pt modelId="{1B00A678-C546-434C-897D-61B7D309201B}" type="sibTrans" cxnId="{59C47701-E58C-430E-A619-1884BF16E0F8}">
      <dgm:prSet/>
      <dgm:spPr/>
      <dgm:t>
        <a:bodyPr/>
        <a:lstStyle/>
        <a:p>
          <a:endParaRPr lang="en-US"/>
        </a:p>
      </dgm:t>
    </dgm:pt>
    <dgm:pt modelId="{F739B6B5-C532-42FB-BBB6-894BC6A1B38D}">
      <dgm:prSet/>
      <dgm:spPr/>
      <dgm:t>
        <a:bodyPr/>
        <a:lstStyle/>
        <a:p>
          <a:pPr>
            <a:defRPr cap="all"/>
          </a:pPr>
          <a:r>
            <a:rPr lang="en-US" b="0" i="0" baseline="0"/>
            <a:t>Corporate ESG dashboards</a:t>
          </a:r>
          <a:endParaRPr lang="en-US"/>
        </a:p>
      </dgm:t>
    </dgm:pt>
    <dgm:pt modelId="{E159B0CC-9E67-49B1-9212-E2DB0822F0E5}" type="parTrans" cxnId="{26B97AF4-E181-4010-8200-401A8172D359}">
      <dgm:prSet/>
      <dgm:spPr/>
      <dgm:t>
        <a:bodyPr/>
        <a:lstStyle/>
        <a:p>
          <a:endParaRPr lang="en-US"/>
        </a:p>
      </dgm:t>
    </dgm:pt>
    <dgm:pt modelId="{8D03E658-2965-40F9-8AAF-016C586CBB6F}" type="sibTrans" cxnId="{26B97AF4-E181-4010-8200-401A8172D359}">
      <dgm:prSet/>
      <dgm:spPr/>
      <dgm:t>
        <a:bodyPr/>
        <a:lstStyle/>
        <a:p>
          <a:endParaRPr lang="en-US"/>
        </a:p>
      </dgm:t>
    </dgm:pt>
    <dgm:pt modelId="{857B0A7E-D804-4C98-A30E-A93F569A746D}">
      <dgm:prSet/>
      <dgm:spPr/>
      <dgm:t>
        <a:bodyPr/>
        <a:lstStyle/>
        <a:p>
          <a:pPr>
            <a:defRPr cap="all"/>
          </a:pPr>
          <a:r>
            <a:rPr lang="en-US" b="0" i="0" baseline="0"/>
            <a:t>City council sustainability targets</a:t>
          </a:r>
          <a:endParaRPr lang="en-US"/>
        </a:p>
      </dgm:t>
    </dgm:pt>
    <dgm:pt modelId="{80307180-46D6-4487-8B5B-0FE39F1A21CF}" type="parTrans" cxnId="{8C1A604E-C96E-41B4-BF08-E22829BC9797}">
      <dgm:prSet/>
      <dgm:spPr/>
      <dgm:t>
        <a:bodyPr/>
        <a:lstStyle/>
        <a:p>
          <a:endParaRPr lang="en-US"/>
        </a:p>
      </dgm:t>
    </dgm:pt>
    <dgm:pt modelId="{487771E6-4E35-4B05-8098-94D718C253C9}" type="sibTrans" cxnId="{8C1A604E-C96E-41B4-BF08-E22829BC9797}">
      <dgm:prSet/>
      <dgm:spPr/>
      <dgm:t>
        <a:bodyPr/>
        <a:lstStyle/>
        <a:p>
          <a:endParaRPr lang="en-US"/>
        </a:p>
      </dgm:t>
    </dgm:pt>
    <dgm:pt modelId="{09ED3AC6-875B-4D07-9B84-324E09909DCD}">
      <dgm:prSet/>
      <dgm:spPr/>
      <dgm:t>
        <a:bodyPr/>
        <a:lstStyle/>
        <a:p>
          <a:pPr>
            <a:defRPr cap="all"/>
          </a:pPr>
          <a:r>
            <a:rPr lang="en-US" b="0" i="0" baseline="0"/>
            <a:t>Incentive partnerships with transport providers</a:t>
          </a:r>
          <a:endParaRPr lang="en-US"/>
        </a:p>
      </dgm:t>
    </dgm:pt>
    <dgm:pt modelId="{71012D39-B736-4F45-8FEC-101B9AF24E5C}" type="parTrans" cxnId="{F7B3FA25-ED54-4918-8394-4132FFE806E3}">
      <dgm:prSet/>
      <dgm:spPr/>
      <dgm:t>
        <a:bodyPr/>
        <a:lstStyle/>
        <a:p>
          <a:endParaRPr lang="en-US"/>
        </a:p>
      </dgm:t>
    </dgm:pt>
    <dgm:pt modelId="{CFF399F7-2AFD-4B1D-837F-719FFC221A9F}" type="sibTrans" cxnId="{F7B3FA25-ED54-4918-8394-4132FFE806E3}">
      <dgm:prSet/>
      <dgm:spPr/>
      <dgm:t>
        <a:bodyPr/>
        <a:lstStyle/>
        <a:p>
          <a:endParaRPr lang="en-US"/>
        </a:p>
      </dgm:t>
    </dgm:pt>
    <dgm:pt modelId="{B1215A2F-DCC3-4214-8290-A1FD542A7E6C}" type="pres">
      <dgm:prSet presAssocID="{84C939AB-FF92-4252-AFB4-A4CD3FFD6EAD}" presName="root" presStyleCnt="0">
        <dgm:presLayoutVars>
          <dgm:dir/>
          <dgm:resizeHandles val="exact"/>
        </dgm:presLayoutVars>
      </dgm:prSet>
      <dgm:spPr/>
    </dgm:pt>
    <dgm:pt modelId="{2193F3FF-8AEA-442C-905E-188BB0277D63}" type="pres">
      <dgm:prSet presAssocID="{05ACCFB2-85F9-456E-A116-9CB2512FC601}" presName="compNode" presStyleCnt="0"/>
      <dgm:spPr/>
    </dgm:pt>
    <dgm:pt modelId="{43E9CD61-6E0F-4172-B7DD-7D29DA9E8808}" type="pres">
      <dgm:prSet presAssocID="{05ACCFB2-85F9-456E-A116-9CB2512FC60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D54A5CA-0159-4553-BEF3-D8E0072DEAB6}" type="pres">
      <dgm:prSet presAssocID="{05ACCFB2-85F9-456E-A116-9CB2512FC6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84D8EF2-D63B-4831-92D4-FFF19738EAE3}" type="pres">
      <dgm:prSet presAssocID="{05ACCFB2-85F9-456E-A116-9CB2512FC601}" presName="spaceRect" presStyleCnt="0"/>
      <dgm:spPr/>
    </dgm:pt>
    <dgm:pt modelId="{68D691A4-4115-4379-97F5-91052BAE85FA}" type="pres">
      <dgm:prSet presAssocID="{05ACCFB2-85F9-456E-A116-9CB2512FC601}" presName="textRect" presStyleLbl="revTx" presStyleIdx="0" presStyleCnt="4">
        <dgm:presLayoutVars>
          <dgm:chMax val="1"/>
          <dgm:chPref val="1"/>
        </dgm:presLayoutVars>
      </dgm:prSet>
      <dgm:spPr/>
    </dgm:pt>
    <dgm:pt modelId="{42B63DC7-DEDA-4BB2-AE84-72985F7C423F}" type="pres">
      <dgm:prSet presAssocID="{1B00A678-C546-434C-897D-61B7D309201B}" presName="sibTrans" presStyleCnt="0"/>
      <dgm:spPr/>
    </dgm:pt>
    <dgm:pt modelId="{7C95BF56-E2E8-436A-A718-DF5D8051A8E6}" type="pres">
      <dgm:prSet presAssocID="{F739B6B5-C532-42FB-BBB6-894BC6A1B38D}" presName="compNode" presStyleCnt="0"/>
      <dgm:spPr/>
    </dgm:pt>
    <dgm:pt modelId="{BF68FB58-4238-405B-80C6-DA7EE6B335DC}" type="pres">
      <dgm:prSet presAssocID="{F739B6B5-C532-42FB-BBB6-894BC6A1B38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66A9DC1-ECB5-4E19-8996-388A57446F1B}" type="pres">
      <dgm:prSet presAssocID="{F739B6B5-C532-42FB-BBB6-894BC6A1B3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2326F69-CD7D-4721-8BC0-102CA9CA63A0}" type="pres">
      <dgm:prSet presAssocID="{F739B6B5-C532-42FB-BBB6-894BC6A1B38D}" presName="spaceRect" presStyleCnt="0"/>
      <dgm:spPr/>
    </dgm:pt>
    <dgm:pt modelId="{60D4625B-E765-49AD-BCDA-4E3F24FB808C}" type="pres">
      <dgm:prSet presAssocID="{F739B6B5-C532-42FB-BBB6-894BC6A1B38D}" presName="textRect" presStyleLbl="revTx" presStyleIdx="1" presStyleCnt="4">
        <dgm:presLayoutVars>
          <dgm:chMax val="1"/>
          <dgm:chPref val="1"/>
        </dgm:presLayoutVars>
      </dgm:prSet>
      <dgm:spPr/>
    </dgm:pt>
    <dgm:pt modelId="{7B28F2C1-F7BF-4B28-9013-80C839191EF7}" type="pres">
      <dgm:prSet presAssocID="{8D03E658-2965-40F9-8AAF-016C586CBB6F}" presName="sibTrans" presStyleCnt="0"/>
      <dgm:spPr/>
    </dgm:pt>
    <dgm:pt modelId="{F09C9B03-719F-4E15-9E8E-3FAFB4E59126}" type="pres">
      <dgm:prSet presAssocID="{857B0A7E-D804-4C98-A30E-A93F569A746D}" presName="compNode" presStyleCnt="0"/>
      <dgm:spPr/>
    </dgm:pt>
    <dgm:pt modelId="{0EB5598B-5285-40FB-93D0-F2D1646F4785}" type="pres">
      <dgm:prSet presAssocID="{857B0A7E-D804-4C98-A30E-A93F569A746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9F39A9D-27C5-4198-81C8-109504FE196D}" type="pres">
      <dgm:prSet presAssocID="{857B0A7E-D804-4C98-A30E-A93F569A74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4331BE0B-3B78-49B6-8337-D8E3DCDD5744}" type="pres">
      <dgm:prSet presAssocID="{857B0A7E-D804-4C98-A30E-A93F569A746D}" presName="spaceRect" presStyleCnt="0"/>
      <dgm:spPr/>
    </dgm:pt>
    <dgm:pt modelId="{1078F4BE-3267-4C28-B556-60BF8AC83747}" type="pres">
      <dgm:prSet presAssocID="{857B0A7E-D804-4C98-A30E-A93F569A746D}" presName="textRect" presStyleLbl="revTx" presStyleIdx="2" presStyleCnt="4">
        <dgm:presLayoutVars>
          <dgm:chMax val="1"/>
          <dgm:chPref val="1"/>
        </dgm:presLayoutVars>
      </dgm:prSet>
      <dgm:spPr/>
    </dgm:pt>
    <dgm:pt modelId="{2F61B923-314D-4D34-9217-07BFF61D66FD}" type="pres">
      <dgm:prSet presAssocID="{487771E6-4E35-4B05-8098-94D718C253C9}" presName="sibTrans" presStyleCnt="0"/>
      <dgm:spPr/>
    </dgm:pt>
    <dgm:pt modelId="{F540166F-A48A-49A3-A600-BE4B2AA9EB16}" type="pres">
      <dgm:prSet presAssocID="{09ED3AC6-875B-4D07-9B84-324E09909DCD}" presName="compNode" presStyleCnt="0"/>
      <dgm:spPr/>
    </dgm:pt>
    <dgm:pt modelId="{0A8F94B7-4FD1-4C7E-97B9-6E5C2E05B740}" type="pres">
      <dgm:prSet presAssocID="{09ED3AC6-875B-4D07-9B84-324E09909DC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6412F17-39C2-46DB-96C6-587DE14DEEF3}" type="pres">
      <dgm:prSet presAssocID="{09ED3AC6-875B-4D07-9B84-324E09909D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88FE2C81-3B2C-4D87-9AC7-B21A9E656F40}" type="pres">
      <dgm:prSet presAssocID="{09ED3AC6-875B-4D07-9B84-324E09909DCD}" presName="spaceRect" presStyleCnt="0"/>
      <dgm:spPr/>
    </dgm:pt>
    <dgm:pt modelId="{AF9BBF0F-FB73-4B7F-B9EB-F5EDFF927B06}" type="pres">
      <dgm:prSet presAssocID="{09ED3AC6-875B-4D07-9B84-324E09909DC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C47701-E58C-430E-A619-1884BF16E0F8}" srcId="{84C939AB-FF92-4252-AFB4-A4CD3FFD6EAD}" destId="{05ACCFB2-85F9-456E-A116-9CB2512FC601}" srcOrd="0" destOrd="0" parTransId="{961704F2-0508-4F50-BF04-3E88A0887A36}" sibTransId="{1B00A678-C546-434C-897D-61B7D309201B}"/>
    <dgm:cxn modelId="{8082D60D-3BAC-488F-B4F5-AEBB8194B396}" type="presOf" srcId="{05ACCFB2-85F9-456E-A116-9CB2512FC601}" destId="{68D691A4-4115-4379-97F5-91052BAE85FA}" srcOrd="0" destOrd="0" presId="urn:microsoft.com/office/officeart/2018/5/layout/IconLeafLabelList"/>
    <dgm:cxn modelId="{F7B3FA25-ED54-4918-8394-4132FFE806E3}" srcId="{84C939AB-FF92-4252-AFB4-A4CD3FFD6EAD}" destId="{09ED3AC6-875B-4D07-9B84-324E09909DCD}" srcOrd="3" destOrd="0" parTransId="{71012D39-B736-4F45-8FEC-101B9AF24E5C}" sibTransId="{CFF399F7-2AFD-4B1D-837F-719FFC221A9F}"/>
    <dgm:cxn modelId="{F9C1EA4D-D8D9-4674-B73B-F9CA565546A7}" type="presOf" srcId="{F739B6B5-C532-42FB-BBB6-894BC6A1B38D}" destId="{60D4625B-E765-49AD-BCDA-4E3F24FB808C}" srcOrd="0" destOrd="0" presId="urn:microsoft.com/office/officeart/2018/5/layout/IconLeafLabelList"/>
    <dgm:cxn modelId="{8C1A604E-C96E-41B4-BF08-E22829BC9797}" srcId="{84C939AB-FF92-4252-AFB4-A4CD3FFD6EAD}" destId="{857B0A7E-D804-4C98-A30E-A93F569A746D}" srcOrd="2" destOrd="0" parTransId="{80307180-46D6-4487-8B5B-0FE39F1A21CF}" sibTransId="{487771E6-4E35-4B05-8098-94D718C253C9}"/>
    <dgm:cxn modelId="{94F8687C-5EDD-4447-B833-7934F0F95804}" type="presOf" srcId="{857B0A7E-D804-4C98-A30E-A93F569A746D}" destId="{1078F4BE-3267-4C28-B556-60BF8AC83747}" srcOrd="0" destOrd="0" presId="urn:microsoft.com/office/officeart/2018/5/layout/IconLeafLabelList"/>
    <dgm:cxn modelId="{1402258B-299F-4BA9-B80F-FBCA3E82790F}" type="presOf" srcId="{09ED3AC6-875B-4D07-9B84-324E09909DCD}" destId="{AF9BBF0F-FB73-4B7F-B9EB-F5EDFF927B06}" srcOrd="0" destOrd="0" presId="urn:microsoft.com/office/officeart/2018/5/layout/IconLeafLabelList"/>
    <dgm:cxn modelId="{56F943DA-4E59-4833-B029-A7FD26443069}" type="presOf" srcId="{84C939AB-FF92-4252-AFB4-A4CD3FFD6EAD}" destId="{B1215A2F-DCC3-4214-8290-A1FD542A7E6C}" srcOrd="0" destOrd="0" presId="urn:microsoft.com/office/officeart/2018/5/layout/IconLeafLabelList"/>
    <dgm:cxn modelId="{26B97AF4-E181-4010-8200-401A8172D359}" srcId="{84C939AB-FF92-4252-AFB4-A4CD3FFD6EAD}" destId="{F739B6B5-C532-42FB-BBB6-894BC6A1B38D}" srcOrd="1" destOrd="0" parTransId="{E159B0CC-9E67-49B1-9212-E2DB0822F0E5}" sibTransId="{8D03E658-2965-40F9-8AAF-016C586CBB6F}"/>
    <dgm:cxn modelId="{C5A5ADFB-5BEB-4DD0-B5C1-5200A51E1B7A}" type="presParOf" srcId="{B1215A2F-DCC3-4214-8290-A1FD542A7E6C}" destId="{2193F3FF-8AEA-442C-905E-188BB0277D63}" srcOrd="0" destOrd="0" presId="urn:microsoft.com/office/officeart/2018/5/layout/IconLeafLabelList"/>
    <dgm:cxn modelId="{5B8B955E-5810-450A-BDF9-CADD56BE295F}" type="presParOf" srcId="{2193F3FF-8AEA-442C-905E-188BB0277D63}" destId="{43E9CD61-6E0F-4172-B7DD-7D29DA9E8808}" srcOrd="0" destOrd="0" presId="urn:microsoft.com/office/officeart/2018/5/layout/IconLeafLabelList"/>
    <dgm:cxn modelId="{35719980-6454-4AA0-8349-27FFD882C9E4}" type="presParOf" srcId="{2193F3FF-8AEA-442C-905E-188BB0277D63}" destId="{DD54A5CA-0159-4553-BEF3-D8E0072DEAB6}" srcOrd="1" destOrd="0" presId="urn:microsoft.com/office/officeart/2018/5/layout/IconLeafLabelList"/>
    <dgm:cxn modelId="{EADBB5B0-52EE-4564-8335-A8B4BF02D9F3}" type="presParOf" srcId="{2193F3FF-8AEA-442C-905E-188BB0277D63}" destId="{984D8EF2-D63B-4831-92D4-FFF19738EAE3}" srcOrd="2" destOrd="0" presId="urn:microsoft.com/office/officeart/2018/5/layout/IconLeafLabelList"/>
    <dgm:cxn modelId="{B154BE39-CAAF-42B7-AB05-06BE6C280818}" type="presParOf" srcId="{2193F3FF-8AEA-442C-905E-188BB0277D63}" destId="{68D691A4-4115-4379-97F5-91052BAE85FA}" srcOrd="3" destOrd="0" presId="urn:microsoft.com/office/officeart/2018/5/layout/IconLeafLabelList"/>
    <dgm:cxn modelId="{B0370A66-A49E-4143-9DD0-79D9B1976D60}" type="presParOf" srcId="{B1215A2F-DCC3-4214-8290-A1FD542A7E6C}" destId="{42B63DC7-DEDA-4BB2-AE84-72985F7C423F}" srcOrd="1" destOrd="0" presId="urn:microsoft.com/office/officeart/2018/5/layout/IconLeafLabelList"/>
    <dgm:cxn modelId="{FAFB770A-CD5D-419D-ADFE-EE39DC38A5B0}" type="presParOf" srcId="{B1215A2F-DCC3-4214-8290-A1FD542A7E6C}" destId="{7C95BF56-E2E8-436A-A718-DF5D8051A8E6}" srcOrd="2" destOrd="0" presId="urn:microsoft.com/office/officeart/2018/5/layout/IconLeafLabelList"/>
    <dgm:cxn modelId="{20B0F3A4-895E-4F81-AA6E-4582A7BE3B4F}" type="presParOf" srcId="{7C95BF56-E2E8-436A-A718-DF5D8051A8E6}" destId="{BF68FB58-4238-405B-80C6-DA7EE6B335DC}" srcOrd="0" destOrd="0" presId="urn:microsoft.com/office/officeart/2018/5/layout/IconLeafLabelList"/>
    <dgm:cxn modelId="{BAC87D3B-84D8-41F4-99F9-1CADA808B13F}" type="presParOf" srcId="{7C95BF56-E2E8-436A-A718-DF5D8051A8E6}" destId="{E66A9DC1-ECB5-4E19-8996-388A57446F1B}" srcOrd="1" destOrd="0" presId="urn:microsoft.com/office/officeart/2018/5/layout/IconLeafLabelList"/>
    <dgm:cxn modelId="{E1456EA2-C97F-46E7-8669-F13F009963E7}" type="presParOf" srcId="{7C95BF56-E2E8-436A-A718-DF5D8051A8E6}" destId="{D2326F69-CD7D-4721-8BC0-102CA9CA63A0}" srcOrd="2" destOrd="0" presId="urn:microsoft.com/office/officeart/2018/5/layout/IconLeafLabelList"/>
    <dgm:cxn modelId="{98E5515A-811D-49B0-88DC-0DA693AAA532}" type="presParOf" srcId="{7C95BF56-E2E8-436A-A718-DF5D8051A8E6}" destId="{60D4625B-E765-49AD-BCDA-4E3F24FB808C}" srcOrd="3" destOrd="0" presId="urn:microsoft.com/office/officeart/2018/5/layout/IconLeafLabelList"/>
    <dgm:cxn modelId="{555CF499-A338-40B0-91D1-2395B897F2D1}" type="presParOf" srcId="{B1215A2F-DCC3-4214-8290-A1FD542A7E6C}" destId="{7B28F2C1-F7BF-4B28-9013-80C839191EF7}" srcOrd="3" destOrd="0" presId="urn:microsoft.com/office/officeart/2018/5/layout/IconLeafLabelList"/>
    <dgm:cxn modelId="{3CE5AE21-A257-4DF3-8C2A-A92D4AFEEDCD}" type="presParOf" srcId="{B1215A2F-DCC3-4214-8290-A1FD542A7E6C}" destId="{F09C9B03-719F-4E15-9E8E-3FAFB4E59126}" srcOrd="4" destOrd="0" presId="urn:microsoft.com/office/officeart/2018/5/layout/IconLeafLabelList"/>
    <dgm:cxn modelId="{AA75E4C0-A59A-4CD3-A740-3E514FC827C5}" type="presParOf" srcId="{F09C9B03-719F-4E15-9E8E-3FAFB4E59126}" destId="{0EB5598B-5285-40FB-93D0-F2D1646F4785}" srcOrd="0" destOrd="0" presId="urn:microsoft.com/office/officeart/2018/5/layout/IconLeafLabelList"/>
    <dgm:cxn modelId="{01FF0EC6-0422-4CC7-97C2-222A95DB6744}" type="presParOf" srcId="{F09C9B03-719F-4E15-9E8E-3FAFB4E59126}" destId="{F9F39A9D-27C5-4198-81C8-109504FE196D}" srcOrd="1" destOrd="0" presId="urn:microsoft.com/office/officeart/2018/5/layout/IconLeafLabelList"/>
    <dgm:cxn modelId="{8CC30ABE-2324-4BAB-B091-4052D3273BC0}" type="presParOf" srcId="{F09C9B03-719F-4E15-9E8E-3FAFB4E59126}" destId="{4331BE0B-3B78-49B6-8337-D8E3DCDD5744}" srcOrd="2" destOrd="0" presId="urn:microsoft.com/office/officeart/2018/5/layout/IconLeafLabelList"/>
    <dgm:cxn modelId="{199C6D9E-05B0-464D-BA5E-C8E50669F0E9}" type="presParOf" srcId="{F09C9B03-719F-4E15-9E8E-3FAFB4E59126}" destId="{1078F4BE-3267-4C28-B556-60BF8AC83747}" srcOrd="3" destOrd="0" presId="urn:microsoft.com/office/officeart/2018/5/layout/IconLeafLabelList"/>
    <dgm:cxn modelId="{48092FD0-AD25-45ED-AEBB-4A4191039464}" type="presParOf" srcId="{B1215A2F-DCC3-4214-8290-A1FD542A7E6C}" destId="{2F61B923-314D-4D34-9217-07BFF61D66FD}" srcOrd="5" destOrd="0" presId="urn:microsoft.com/office/officeart/2018/5/layout/IconLeafLabelList"/>
    <dgm:cxn modelId="{4642EB23-D8FD-46E4-A622-AB18C838EB1A}" type="presParOf" srcId="{B1215A2F-DCC3-4214-8290-A1FD542A7E6C}" destId="{F540166F-A48A-49A3-A600-BE4B2AA9EB16}" srcOrd="6" destOrd="0" presId="urn:microsoft.com/office/officeart/2018/5/layout/IconLeafLabelList"/>
    <dgm:cxn modelId="{3CC1598A-DCFF-479A-83BE-ECAECF484712}" type="presParOf" srcId="{F540166F-A48A-49A3-A600-BE4B2AA9EB16}" destId="{0A8F94B7-4FD1-4C7E-97B9-6E5C2E05B740}" srcOrd="0" destOrd="0" presId="urn:microsoft.com/office/officeart/2018/5/layout/IconLeafLabelList"/>
    <dgm:cxn modelId="{422CC6CB-E17D-4FC4-B4BF-FE1210079158}" type="presParOf" srcId="{F540166F-A48A-49A3-A600-BE4B2AA9EB16}" destId="{E6412F17-39C2-46DB-96C6-587DE14DEEF3}" srcOrd="1" destOrd="0" presId="urn:microsoft.com/office/officeart/2018/5/layout/IconLeafLabelList"/>
    <dgm:cxn modelId="{49D1CE98-8425-4A85-B75B-DA566EC9D062}" type="presParOf" srcId="{F540166F-A48A-49A3-A600-BE4B2AA9EB16}" destId="{88FE2C81-3B2C-4D87-9AC7-B21A9E656F40}" srcOrd="2" destOrd="0" presId="urn:microsoft.com/office/officeart/2018/5/layout/IconLeafLabelList"/>
    <dgm:cxn modelId="{67052899-C195-4BE0-8DA4-9C7FE8F7DB7C}" type="presParOf" srcId="{F540166F-A48A-49A3-A600-BE4B2AA9EB16}" destId="{AF9BBF0F-FB73-4B7F-B9EB-F5EDFF927B0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709A5F-9E9C-4DCF-AA0D-D566ADB0752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E785A3-FA51-45F4-A15D-64124008A2B2}">
      <dgm:prSet/>
      <dgm:spPr/>
      <dgm:t>
        <a:bodyPr/>
        <a:lstStyle/>
        <a:p>
          <a:r>
            <a:rPr lang="en-US" b="0" i="0" baseline="0"/>
            <a:t>Real-world problem</a:t>
          </a:r>
          <a:endParaRPr lang="en-US"/>
        </a:p>
      </dgm:t>
    </dgm:pt>
    <dgm:pt modelId="{15F6F632-1540-4B0A-B0D5-F7B933997512}" type="parTrans" cxnId="{6EFF95E0-049D-453A-B35C-055015BCFE21}">
      <dgm:prSet/>
      <dgm:spPr/>
      <dgm:t>
        <a:bodyPr/>
        <a:lstStyle/>
        <a:p>
          <a:endParaRPr lang="en-US"/>
        </a:p>
      </dgm:t>
    </dgm:pt>
    <dgm:pt modelId="{934A59EC-ADBE-4A78-822B-A1B90D192248}" type="sibTrans" cxnId="{6EFF95E0-049D-453A-B35C-055015BCFE21}">
      <dgm:prSet/>
      <dgm:spPr/>
      <dgm:t>
        <a:bodyPr/>
        <a:lstStyle/>
        <a:p>
          <a:endParaRPr lang="en-US"/>
        </a:p>
      </dgm:t>
    </dgm:pt>
    <dgm:pt modelId="{3001425F-1E6B-485B-89CA-1796D8600488}">
      <dgm:prSet/>
      <dgm:spPr/>
      <dgm:t>
        <a:bodyPr/>
        <a:lstStyle/>
        <a:p>
          <a:r>
            <a:rPr lang="en-US" b="0" i="0" baseline="0"/>
            <a:t>Data-driven computation</a:t>
          </a:r>
          <a:endParaRPr lang="en-US"/>
        </a:p>
      </dgm:t>
    </dgm:pt>
    <dgm:pt modelId="{D1B9B69B-F6B2-4A8D-8639-BBFDD822D281}" type="parTrans" cxnId="{A318173D-3032-4EC3-85C6-75A97128EB2A}">
      <dgm:prSet/>
      <dgm:spPr/>
      <dgm:t>
        <a:bodyPr/>
        <a:lstStyle/>
        <a:p>
          <a:endParaRPr lang="en-US"/>
        </a:p>
      </dgm:t>
    </dgm:pt>
    <dgm:pt modelId="{8D4CB7F4-3343-43E5-BFC5-1FFFF7208AF0}" type="sibTrans" cxnId="{A318173D-3032-4EC3-85C6-75A97128EB2A}">
      <dgm:prSet/>
      <dgm:spPr/>
      <dgm:t>
        <a:bodyPr/>
        <a:lstStyle/>
        <a:p>
          <a:endParaRPr lang="en-US"/>
        </a:p>
      </dgm:t>
    </dgm:pt>
    <dgm:pt modelId="{07CE5D1A-4BD2-409D-90CC-35541FE4745E}">
      <dgm:prSet/>
      <dgm:spPr/>
      <dgm:t>
        <a:bodyPr/>
        <a:lstStyle/>
        <a:p>
          <a:r>
            <a:rPr lang="en-US" b="0" i="0" baseline="0"/>
            <a:t>Behavioural psychology integration</a:t>
          </a:r>
          <a:endParaRPr lang="en-US"/>
        </a:p>
      </dgm:t>
    </dgm:pt>
    <dgm:pt modelId="{0FF9DEAE-CCEE-49CA-859B-D867B3B47C28}" type="parTrans" cxnId="{35EA38F0-E6FC-422A-B361-F81304E400C6}">
      <dgm:prSet/>
      <dgm:spPr/>
      <dgm:t>
        <a:bodyPr/>
        <a:lstStyle/>
        <a:p>
          <a:endParaRPr lang="en-US"/>
        </a:p>
      </dgm:t>
    </dgm:pt>
    <dgm:pt modelId="{3746C056-05CD-4F8D-A0D3-18E9F63277DE}" type="sibTrans" cxnId="{35EA38F0-E6FC-422A-B361-F81304E400C6}">
      <dgm:prSet/>
      <dgm:spPr/>
      <dgm:t>
        <a:bodyPr/>
        <a:lstStyle/>
        <a:p>
          <a:endParaRPr lang="en-US"/>
        </a:p>
      </dgm:t>
    </dgm:pt>
    <dgm:pt modelId="{D478E124-6E9B-4B7F-BCB2-59D5C381C3AE}">
      <dgm:prSet/>
      <dgm:spPr/>
      <dgm:t>
        <a:bodyPr/>
        <a:lstStyle/>
        <a:p>
          <a:r>
            <a:rPr lang="en-US" b="0" i="0" baseline="0"/>
            <a:t>Clean, scalable architecture</a:t>
          </a:r>
          <a:endParaRPr lang="en-US"/>
        </a:p>
      </dgm:t>
    </dgm:pt>
    <dgm:pt modelId="{575B0321-D61C-438F-88B4-CBEE24ECE693}" type="parTrans" cxnId="{87276FE9-7DDA-4F72-AD7E-8304C5F5A94A}">
      <dgm:prSet/>
      <dgm:spPr/>
      <dgm:t>
        <a:bodyPr/>
        <a:lstStyle/>
        <a:p>
          <a:endParaRPr lang="en-US"/>
        </a:p>
      </dgm:t>
    </dgm:pt>
    <dgm:pt modelId="{76CB2FAF-859B-45FC-9DDB-828588DF3A36}" type="sibTrans" cxnId="{87276FE9-7DDA-4F72-AD7E-8304C5F5A94A}">
      <dgm:prSet/>
      <dgm:spPr/>
      <dgm:t>
        <a:bodyPr/>
        <a:lstStyle/>
        <a:p>
          <a:endParaRPr lang="en-US"/>
        </a:p>
      </dgm:t>
    </dgm:pt>
    <dgm:pt modelId="{A07EFB78-179A-4C1A-81F1-E2B4FD7E12F5}">
      <dgm:prSet/>
      <dgm:spPr/>
      <dgm:t>
        <a:bodyPr/>
        <a:lstStyle/>
        <a:p>
          <a:r>
            <a:rPr lang="en-US" b="0" i="0" baseline="0"/>
            <a:t>Immediate social impact</a:t>
          </a:r>
          <a:endParaRPr lang="en-US"/>
        </a:p>
      </dgm:t>
    </dgm:pt>
    <dgm:pt modelId="{6C3B82FB-F7D4-4971-9DB7-3FAA1BCD92D9}" type="parTrans" cxnId="{5CA6815D-0AF2-42B4-887D-596E5447777F}">
      <dgm:prSet/>
      <dgm:spPr/>
      <dgm:t>
        <a:bodyPr/>
        <a:lstStyle/>
        <a:p>
          <a:endParaRPr lang="en-US"/>
        </a:p>
      </dgm:t>
    </dgm:pt>
    <dgm:pt modelId="{48E16F95-FE01-450F-9F1B-843A157FEE29}" type="sibTrans" cxnId="{5CA6815D-0AF2-42B4-887D-596E5447777F}">
      <dgm:prSet/>
      <dgm:spPr/>
      <dgm:t>
        <a:bodyPr/>
        <a:lstStyle/>
        <a:p>
          <a:endParaRPr lang="en-US"/>
        </a:p>
      </dgm:t>
    </dgm:pt>
    <dgm:pt modelId="{8AE39DCB-A456-40B1-BF42-2AE0A319728B}" type="pres">
      <dgm:prSet presAssocID="{8D709A5F-9E9C-4DCF-AA0D-D566ADB0752F}" presName="linear" presStyleCnt="0">
        <dgm:presLayoutVars>
          <dgm:animLvl val="lvl"/>
          <dgm:resizeHandles val="exact"/>
        </dgm:presLayoutVars>
      </dgm:prSet>
      <dgm:spPr/>
    </dgm:pt>
    <dgm:pt modelId="{76680484-A11C-4A61-B27E-C3E782B3379E}" type="pres">
      <dgm:prSet presAssocID="{F3E785A3-FA51-45F4-A15D-64124008A2B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20C1507-3E92-439C-B4C9-16A9D592FFD9}" type="pres">
      <dgm:prSet presAssocID="{934A59EC-ADBE-4A78-822B-A1B90D192248}" presName="spacer" presStyleCnt="0"/>
      <dgm:spPr/>
    </dgm:pt>
    <dgm:pt modelId="{6902B19F-94C9-4684-B81A-B79E8D8BCAEE}" type="pres">
      <dgm:prSet presAssocID="{3001425F-1E6B-485B-89CA-1796D860048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B5D82C8-FEA4-4B2C-8D05-ED504EC9AB88}" type="pres">
      <dgm:prSet presAssocID="{8D4CB7F4-3343-43E5-BFC5-1FFFF7208AF0}" presName="spacer" presStyleCnt="0"/>
      <dgm:spPr/>
    </dgm:pt>
    <dgm:pt modelId="{1DE2C103-2D8A-4849-957C-6FB3EC1CFA47}" type="pres">
      <dgm:prSet presAssocID="{07CE5D1A-4BD2-409D-90CC-35541FE4745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91C39F9-CA2D-418C-8782-02BB07E46739}" type="pres">
      <dgm:prSet presAssocID="{3746C056-05CD-4F8D-A0D3-18E9F63277DE}" presName="spacer" presStyleCnt="0"/>
      <dgm:spPr/>
    </dgm:pt>
    <dgm:pt modelId="{D2BDEADA-5AA2-4EED-AD0A-EA56F8CE921B}" type="pres">
      <dgm:prSet presAssocID="{D478E124-6E9B-4B7F-BCB2-59D5C381C3A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53B33E4-4341-452E-AC90-721C39EE481D}" type="pres">
      <dgm:prSet presAssocID="{76CB2FAF-859B-45FC-9DDB-828588DF3A36}" presName="spacer" presStyleCnt="0"/>
      <dgm:spPr/>
    </dgm:pt>
    <dgm:pt modelId="{D1A83386-C9BF-4313-81C5-B3C2BFA98443}" type="pres">
      <dgm:prSet presAssocID="{A07EFB78-179A-4C1A-81F1-E2B4FD7E12F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9D56811-9B02-49E6-9274-8A2E95C5D96C}" type="presOf" srcId="{A07EFB78-179A-4C1A-81F1-E2B4FD7E12F5}" destId="{D1A83386-C9BF-4313-81C5-B3C2BFA98443}" srcOrd="0" destOrd="0" presId="urn:microsoft.com/office/officeart/2005/8/layout/vList2"/>
    <dgm:cxn modelId="{A318173D-3032-4EC3-85C6-75A97128EB2A}" srcId="{8D709A5F-9E9C-4DCF-AA0D-D566ADB0752F}" destId="{3001425F-1E6B-485B-89CA-1796D8600488}" srcOrd="1" destOrd="0" parTransId="{D1B9B69B-F6B2-4A8D-8639-BBFDD822D281}" sibTransId="{8D4CB7F4-3343-43E5-BFC5-1FFFF7208AF0}"/>
    <dgm:cxn modelId="{5CA6815D-0AF2-42B4-887D-596E5447777F}" srcId="{8D709A5F-9E9C-4DCF-AA0D-D566ADB0752F}" destId="{A07EFB78-179A-4C1A-81F1-E2B4FD7E12F5}" srcOrd="4" destOrd="0" parTransId="{6C3B82FB-F7D4-4971-9DB7-3FAA1BCD92D9}" sibTransId="{48E16F95-FE01-450F-9F1B-843A157FEE29}"/>
    <dgm:cxn modelId="{C77F2B62-8A4A-4F5B-9CDC-FB646C955DCF}" type="presOf" srcId="{07CE5D1A-4BD2-409D-90CC-35541FE4745E}" destId="{1DE2C103-2D8A-4849-957C-6FB3EC1CFA47}" srcOrd="0" destOrd="0" presId="urn:microsoft.com/office/officeart/2005/8/layout/vList2"/>
    <dgm:cxn modelId="{F7DBD99D-B3E6-4067-B193-D620BEAFFADC}" type="presOf" srcId="{8D709A5F-9E9C-4DCF-AA0D-D566ADB0752F}" destId="{8AE39DCB-A456-40B1-BF42-2AE0A319728B}" srcOrd="0" destOrd="0" presId="urn:microsoft.com/office/officeart/2005/8/layout/vList2"/>
    <dgm:cxn modelId="{1AA5F4D6-A073-4614-A467-85BAD7172CFF}" type="presOf" srcId="{D478E124-6E9B-4B7F-BCB2-59D5C381C3AE}" destId="{D2BDEADA-5AA2-4EED-AD0A-EA56F8CE921B}" srcOrd="0" destOrd="0" presId="urn:microsoft.com/office/officeart/2005/8/layout/vList2"/>
    <dgm:cxn modelId="{1C56F6DC-D5C1-4AAD-92AD-705EC1EF2086}" type="presOf" srcId="{3001425F-1E6B-485B-89CA-1796D8600488}" destId="{6902B19F-94C9-4684-B81A-B79E8D8BCAEE}" srcOrd="0" destOrd="0" presId="urn:microsoft.com/office/officeart/2005/8/layout/vList2"/>
    <dgm:cxn modelId="{6EFF95E0-049D-453A-B35C-055015BCFE21}" srcId="{8D709A5F-9E9C-4DCF-AA0D-D566ADB0752F}" destId="{F3E785A3-FA51-45F4-A15D-64124008A2B2}" srcOrd="0" destOrd="0" parTransId="{15F6F632-1540-4B0A-B0D5-F7B933997512}" sibTransId="{934A59EC-ADBE-4A78-822B-A1B90D192248}"/>
    <dgm:cxn modelId="{87276FE9-7DDA-4F72-AD7E-8304C5F5A94A}" srcId="{8D709A5F-9E9C-4DCF-AA0D-D566ADB0752F}" destId="{D478E124-6E9B-4B7F-BCB2-59D5C381C3AE}" srcOrd="3" destOrd="0" parTransId="{575B0321-D61C-438F-88B4-CBEE24ECE693}" sibTransId="{76CB2FAF-859B-45FC-9DDB-828588DF3A36}"/>
    <dgm:cxn modelId="{35EA38F0-E6FC-422A-B361-F81304E400C6}" srcId="{8D709A5F-9E9C-4DCF-AA0D-D566ADB0752F}" destId="{07CE5D1A-4BD2-409D-90CC-35541FE4745E}" srcOrd="2" destOrd="0" parTransId="{0FF9DEAE-CCEE-49CA-859B-D867B3B47C28}" sibTransId="{3746C056-05CD-4F8D-A0D3-18E9F63277DE}"/>
    <dgm:cxn modelId="{071C84F1-A0D7-424E-B3CA-E5888C468E4F}" type="presOf" srcId="{F3E785A3-FA51-45F4-A15D-64124008A2B2}" destId="{76680484-A11C-4A61-B27E-C3E782B3379E}" srcOrd="0" destOrd="0" presId="urn:microsoft.com/office/officeart/2005/8/layout/vList2"/>
    <dgm:cxn modelId="{3E7310E5-911F-4D8A-930D-8FF596DF9AB3}" type="presParOf" srcId="{8AE39DCB-A456-40B1-BF42-2AE0A319728B}" destId="{76680484-A11C-4A61-B27E-C3E782B3379E}" srcOrd="0" destOrd="0" presId="urn:microsoft.com/office/officeart/2005/8/layout/vList2"/>
    <dgm:cxn modelId="{58192032-89AB-46C9-BAE3-E0DDB880C116}" type="presParOf" srcId="{8AE39DCB-A456-40B1-BF42-2AE0A319728B}" destId="{B20C1507-3E92-439C-B4C9-16A9D592FFD9}" srcOrd="1" destOrd="0" presId="urn:microsoft.com/office/officeart/2005/8/layout/vList2"/>
    <dgm:cxn modelId="{2CACD172-D04C-442D-80E8-588A5D230C42}" type="presParOf" srcId="{8AE39DCB-A456-40B1-BF42-2AE0A319728B}" destId="{6902B19F-94C9-4684-B81A-B79E8D8BCAEE}" srcOrd="2" destOrd="0" presId="urn:microsoft.com/office/officeart/2005/8/layout/vList2"/>
    <dgm:cxn modelId="{E76FFC5E-09E6-443F-A520-883D37818378}" type="presParOf" srcId="{8AE39DCB-A456-40B1-BF42-2AE0A319728B}" destId="{0B5D82C8-FEA4-4B2C-8D05-ED504EC9AB88}" srcOrd="3" destOrd="0" presId="urn:microsoft.com/office/officeart/2005/8/layout/vList2"/>
    <dgm:cxn modelId="{955A7D5F-1533-480A-ABAB-850BBB3FB7A9}" type="presParOf" srcId="{8AE39DCB-A456-40B1-BF42-2AE0A319728B}" destId="{1DE2C103-2D8A-4849-957C-6FB3EC1CFA47}" srcOrd="4" destOrd="0" presId="urn:microsoft.com/office/officeart/2005/8/layout/vList2"/>
    <dgm:cxn modelId="{75177945-9E53-4632-BFCE-F61C846C4951}" type="presParOf" srcId="{8AE39DCB-A456-40B1-BF42-2AE0A319728B}" destId="{991C39F9-CA2D-418C-8782-02BB07E46739}" srcOrd="5" destOrd="0" presId="urn:microsoft.com/office/officeart/2005/8/layout/vList2"/>
    <dgm:cxn modelId="{E3B436D9-6D65-4A7F-BA52-93DC4CC2992A}" type="presParOf" srcId="{8AE39DCB-A456-40B1-BF42-2AE0A319728B}" destId="{D2BDEADA-5AA2-4EED-AD0A-EA56F8CE921B}" srcOrd="6" destOrd="0" presId="urn:microsoft.com/office/officeart/2005/8/layout/vList2"/>
    <dgm:cxn modelId="{629A8193-E1D6-4D58-BCEE-6432FF4E08D6}" type="presParOf" srcId="{8AE39DCB-A456-40B1-BF42-2AE0A319728B}" destId="{253B33E4-4341-452E-AC90-721C39EE481D}" srcOrd="7" destOrd="0" presId="urn:microsoft.com/office/officeart/2005/8/layout/vList2"/>
    <dgm:cxn modelId="{F03600E4-1B93-4DEC-A76B-11E4AAE2D54C}" type="presParOf" srcId="{8AE39DCB-A456-40B1-BF42-2AE0A319728B}" destId="{D1A83386-C9BF-4313-81C5-B3C2BFA9844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9CD61-6E0F-4172-B7DD-7D29DA9E8808}">
      <dsp:nvSpPr>
        <dsp:cNvPr id="0" name=""/>
        <dsp:cNvSpPr/>
      </dsp:nvSpPr>
      <dsp:spPr>
        <a:xfrm>
          <a:off x="1434748" y="24664"/>
          <a:ext cx="1281772" cy="12817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4A5CA-0159-4553-BEF3-D8E0072DEAB6}">
      <dsp:nvSpPr>
        <dsp:cNvPr id="0" name=""/>
        <dsp:cNvSpPr/>
      </dsp:nvSpPr>
      <dsp:spPr>
        <a:xfrm>
          <a:off x="1707912" y="297829"/>
          <a:ext cx="735443" cy="7354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691A4-4115-4379-97F5-91052BAE85FA}">
      <dsp:nvSpPr>
        <dsp:cNvPr id="0" name=""/>
        <dsp:cNvSpPr/>
      </dsp:nvSpPr>
      <dsp:spPr>
        <a:xfrm>
          <a:off x="1025001" y="1705677"/>
          <a:ext cx="2101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University integration</a:t>
          </a:r>
          <a:endParaRPr lang="en-US" sz="1500" kern="1200"/>
        </a:p>
      </dsp:txBody>
      <dsp:txXfrm>
        <a:off x="1025001" y="1705677"/>
        <a:ext cx="2101266" cy="720000"/>
      </dsp:txXfrm>
    </dsp:sp>
    <dsp:sp modelId="{BF68FB58-4238-405B-80C6-DA7EE6B335DC}">
      <dsp:nvSpPr>
        <dsp:cNvPr id="0" name=""/>
        <dsp:cNvSpPr/>
      </dsp:nvSpPr>
      <dsp:spPr>
        <a:xfrm>
          <a:off x="3903735" y="24664"/>
          <a:ext cx="1281772" cy="12817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A9DC1-ECB5-4E19-8996-388A57446F1B}">
      <dsp:nvSpPr>
        <dsp:cNvPr id="0" name=""/>
        <dsp:cNvSpPr/>
      </dsp:nvSpPr>
      <dsp:spPr>
        <a:xfrm>
          <a:off x="4176900" y="297829"/>
          <a:ext cx="735443" cy="7354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4625B-E765-49AD-BCDA-4E3F24FB808C}">
      <dsp:nvSpPr>
        <dsp:cNvPr id="0" name=""/>
        <dsp:cNvSpPr/>
      </dsp:nvSpPr>
      <dsp:spPr>
        <a:xfrm>
          <a:off x="3493988" y="1705677"/>
          <a:ext cx="2101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Corporate ESG dashboards</a:t>
          </a:r>
          <a:endParaRPr lang="en-US" sz="1500" kern="1200"/>
        </a:p>
      </dsp:txBody>
      <dsp:txXfrm>
        <a:off x="3493988" y="1705677"/>
        <a:ext cx="2101266" cy="720000"/>
      </dsp:txXfrm>
    </dsp:sp>
    <dsp:sp modelId="{0EB5598B-5285-40FB-93D0-F2D1646F4785}">
      <dsp:nvSpPr>
        <dsp:cNvPr id="0" name=""/>
        <dsp:cNvSpPr/>
      </dsp:nvSpPr>
      <dsp:spPr>
        <a:xfrm>
          <a:off x="1434748" y="2950994"/>
          <a:ext cx="1281772" cy="12817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39A9D-27C5-4198-81C8-109504FE196D}">
      <dsp:nvSpPr>
        <dsp:cNvPr id="0" name=""/>
        <dsp:cNvSpPr/>
      </dsp:nvSpPr>
      <dsp:spPr>
        <a:xfrm>
          <a:off x="1707912" y="3224158"/>
          <a:ext cx="735443" cy="7354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8F4BE-3267-4C28-B556-60BF8AC83747}">
      <dsp:nvSpPr>
        <dsp:cNvPr id="0" name=""/>
        <dsp:cNvSpPr/>
      </dsp:nvSpPr>
      <dsp:spPr>
        <a:xfrm>
          <a:off x="1025001" y="4632007"/>
          <a:ext cx="2101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City council sustainability targets</a:t>
          </a:r>
          <a:endParaRPr lang="en-US" sz="1500" kern="1200"/>
        </a:p>
      </dsp:txBody>
      <dsp:txXfrm>
        <a:off x="1025001" y="4632007"/>
        <a:ext cx="2101266" cy="720000"/>
      </dsp:txXfrm>
    </dsp:sp>
    <dsp:sp modelId="{0A8F94B7-4FD1-4C7E-97B9-6E5C2E05B740}">
      <dsp:nvSpPr>
        <dsp:cNvPr id="0" name=""/>
        <dsp:cNvSpPr/>
      </dsp:nvSpPr>
      <dsp:spPr>
        <a:xfrm>
          <a:off x="3903735" y="2950994"/>
          <a:ext cx="1281772" cy="128177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412F17-39C2-46DB-96C6-587DE14DEEF3}">
      <dsp:nvSpPr>
        <dsp:cNvPr id="0" name=""/>
        <dsp:cNvSpPr/>
      </dsp:nvSpPr>
      <dsp:spPr>
        <a:xfrm>
          <a:off x="4176900" y="3224158"/>
          <a:ext cx="735443" cy="7354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BBF0F-FB73-4B7F-B9EB-F5EDFF927B06}">
      <dsp:nvSpPr>
        <dsp:cNvPr id="0" name=""/>
        <dsp:cNvSpPr/>
      </dsp:nvSpPr>
      <dsp:spPr>
        <a:xfrm>
          <a:off x="3493988" y="4632007"/>
          <a:ext cx="210126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Incentive partnerships with transport providers</a:t>
          </a:r>
          <a:endParaRPr lang="en-US" sz="1500" kern="1200"/>
        </a:p>
      </dsp:txBody>
      <dsp:txXfrm>
        <a:off x="3493988" y="4632007"/>
        <a:ext cx="210126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80484-A11C-4A61-B27E-C3E782B3379E}">
      <dsp:nvSpPr>
        <dsp:cNvPr id="0" name=""/>
        <dsp:cNvSpPr/>
      </dsp:nvSpPr>
      <dsp:spPr>
        <a:xfrm>
          <a:off x="0" y="379475"/>
          <a:ext cx="6620255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Real-world problem</a:t>
          </a:r>
          <a:endParaRPr lang="en-US" sz="3200" kern="1200"/>
        </a:p>
      </dsp:txBody>
      <dsp:txXfrm>
        <a:off x="37467" y="416942"/>
        <a:ext cx="6545321" cy="692586"/>
      </dsp:txXfrm>
    </dsp:sp>
    <dsp:sp modelId="{6902B19F-94C9-4684-B81A-B79E8D8BCAEE}">
      <dsp:nvSpPr>
        <dsp:cNvPr id="0" name=""/>
        <dsp:cNvSpPr/>
      </dsp:nvSpPr>
      <dsp:spPr>
        <a:xfrm>
          <a:off x="0" y="1239155"/>
          <a:ext cx="6620255" cy="767520"/>
        </a:xfrm>
        <a:prstGeom prst="roundRect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Data-driven computation</a:t>
          </a:r>
          <a:endParaRPr lang="en-US" sz="3200" kern="1200"/>
        </a:p>
      </dsp:txBody>
      <dsp:txXfrm>
        <a:off x="37467" y="1276622"/>
        <a:ext cx="6545321" cy="692586"/>
      </dsp:txXfrm>
    </dsp:sp>
    <dsp:sp modelId="{1DE2C103-2D8A-4849-957C-6FB3EC1CFA47}">
      <dsp:nvSpPr>
        <dsp:cNvPr id="0" name=""/>
        <dsp:cNvSpPr/>
      </dsp:nvSpPr>
      <dsp:spPr>
        <a:xfrm>
          <a:off x="0" y="2098835"/>
          <a:ext cx="6620255" cy="767520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Behavioural psychology integration</a:t>
          </a:r>
          <a:endParaRPr lang="en-US" sz="3200" kern="1200"/>
        </a:p>
      </dsp:txBody>
      <dsp:txXfrm>
        <a:off x="37467" y="2136302"/>
        <a:ext cx="6545321" cy="692586"/>
      </dsp:txXfrm>
    </dsp:sp>
    <dsp:sp modelId="{D2BDEADA-5AA2-4EED-AD0A-EA56F8CE921B}">
      <dsp:nvSpPr>
        <dsp:cNvPr id="0" name=""/>
        <dsp:cNvSpPr/>
      </dsp:nvSpPr>
      <dsp:spPr>
        <a:xfrm>
          <a:off x="0" y="2958516"/>
          <a:ext cx="6620255" cy="767520"/>
        </a:xfrm>
        <a:prstGeom prst="roundRect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Clean, scalable architecture</a:t>
          </a:r>
          <a:endParaRPr lang="en-US" sz="3200" kern="1200"/>
        </a:p>
      </dsp:txBody>
      <dsp:txXfrm>
        <a:off x="37467" y="2995983"/>
        <a:ext cx="6545321" cy="692586"/>
      </dsp:txXfrm>
    </dsp:sp>
    <dsp:sp modelId="{D1A83386-C9BF-4313-81C5-B3C2BFA98443}">
      <dsp:nvSpPr>
        <dsp:cNvPr id="0" name=""/>
        <dsp:cNvSpPr/>
      </dsp:nvSpPr>
      <dsp:spPr>
        <a:xfrm>
          <a:off x="0" y="3818196"/>
          <a:ext cx="6620255" cy="76752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Immediate social impact</a:t>
          </a:r>
          <a:endParaRPr lang="en-US" sz="3200" kern="1200"/>
        </a:p>
      </dsp:txBody>
      <dsp:txXfrm>
        <a:off x="37467" y="3855663"/>
        <a:ext cx="6545321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7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64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2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80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1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2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4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0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2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D0BA0-7BD1-5F98-56AB-D521B7E5F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3465681" cy="2450592"/>
          </a:xfrm>
        </p:spPr>
        <p:txBody>
          <a:bodyPr anchor="t">
            <a:normAutofit/>
          </a:bodyPr>
          <a:lstStyle/>
          <a:p>
            <a:r>
              <a:rPr lang="en-GB" sz="4800">
                <a:solidFill>
                  <a:schemeClr val="tx2"/>
                </a:solidFill>
              </a:rPr>
              <a:t>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66BC8-1A33-60E2-4BD2-D8677ED66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06871"/>
            <a:ext cx="3465681" cy="1709890"/>
          </a:xfrm>
        </p:spPr>
        <p:txBody>
          <a:bodyPr anchor="t">
            <a:normAutofit/>
          </a:bodyPr>
          <a:lstStyle/>
          <a:p>
            <a:r>
              <a:rPr lang="en-GB"/>
              <a:t>Transportation = 25% of global CO2 emission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DEC30A-1475-6195-79FB-E5C5B9A1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361" y="657369"/>
            <a:ext cx="7210436" cy="5642166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FEB4AC62-1906-68A8-26A4-D607C6A03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2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EA969-AD5D-A237-3C65-2EDBB0BD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/>
              <a:t>Our Solution: EcoSafe – Turning Travel decisions into Measurable Impact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B87844-A432-6825-9698-F19EB1B1A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70" b="1"/>
          <a:stretch>
            <a:fillRect/>
          </a:stretch>
        </p:blipFill>
        <p:spPr>
          <a:xfrm>
            <a:off x="517866" y="2429691"/>
            <a:ext cx="6281929" cy="391631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EEE5BBC-DA2F-6127-8F1B-CD7045D497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98080" y="1033272"/>
            <a:ext cx="4169664" cy="53126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 all transport modes instantly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CO₂ calculation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Health metrics (calories burned)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Clear sustainability scoring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CO2 vs Driving</a:t>
            </a:r>
          </a:p>
        </p:txBody>
      </p:sp>
    </p:spTree>
    <p:extLst>
      <p:ext uri="{BB962C8B-B14F-4D97-AF65-F5344CB8AC3E}">
        <p14:creationId xmlns:p14="http://schemas.microsoft.com/office/powerpoint/2010/main" val="273881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urglass on a flat surface">
            <a:extLst>
              <a:ext uri="{FF2B5EF4-FFF2-40B4-BE49-F238E27FC236}">
                <a16:creationId xmlns:a16="http://schemas.microsoft.com/office/drawing/2014/main" id="{B2AF980B-DF9D-53A7-34BA-3B352E0C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40" b="859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DBFCB27-760B-5FF3-72F5-581461CE1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12801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E1A4A-9678-0C13-EE8C-E3D04089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" y="175146"/>
            <a:ext cx="8196432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Optimizing more than just time</a:t>
            </a:r>
          </a:p>
        </p:txBody>
      </p:sp>
    </p:spTree>
    <p:extLst>
      <p:ext uri="{BB962C8B-B14F-4D97-AF65-F5344CB8AC3E}">
        <p14:creationId xmlns:p14="http://schemas.microsoft.com/office/powerpoint/2010/main" val="2187131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630EE-1ADA-D485-3F5E-280D541C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9"/>
            <a:ext cx="7263804" cy="10082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Technical Architecture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8FED8A-F719-9E01-EE03-82683043E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296"/>
          <a:stretch>
            <a:fillRect/>
          </a:stretch>
        </p:blipFill>
        <p:spPr>
          <a:xfrm>
            <a:off x="517868" y="2101022"/>
            <a:ext cx="11153216" cy="424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8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11F79-5D83-92F2-7DF1-D70C2DE1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GB" dirty="0"/>
              <a:t>What happens at scale?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09F1BFE-498F-3D8D-A291-237700D252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175507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0495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B7350-7EF1-8E85-C07B-99B782A6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GB" dirty="0"/>
              <a:t>Why </a:t>
            </a:r>
            <a:r>
              <a:rPr lang="en-GB" dirty="0" err="1"/>
              <a:t>EcoSafe</a:t>
            </a:r>
            <a:r>
              <a:rPr lang="en-GB" dirty="0"/>
              <a:t> Stands Out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8A1509CD-3F30-2274-80B0-1382854C3D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706345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879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4024B-2955-BFB2-2341-2485B007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Thanks for listening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phic 23" descr="Grinning Face with No Fill">
            <a:extLst>
              <a:ext uri="{FF2B5EF4-FFF2-40B4-BE49-F238E27FC236}">
                <a16:creationId xmlns:a16="http://schemas.microsoft.com/office/drawing/2014/main" id="{971C34DB-A45A-BBF4-0C89-B3EA79925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41271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51a0a69c-0e4f-4b3d-b642-12e013198635}" enabled="0" method="" siteId="{51a0a69c-0e4f-4b3d-b642-12e0131986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89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The problem</vt:lpstr>
      <vt:lpstr>Our Solution: EcoSafe – Turning Travel decisions into Measurable Impact</vt:lpstr>
      <vt:lpstr>Optimizing more than just time</vt:lpstr>
      <vt:lpstr>Technical Architecture</vt:lpstr>
      <vt:lpstr>What happens at scale?</vt:lpstr>
      <vt:lpstr>Why EcoSafe Stands Out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AKHIGBE (2235666)</dc:creator>
  <cp:lastModifiedBy>PELUMI ADEBAYO (2232825)</cp:lastModifiedBy>
  <cp:revision>2</cp:revision>
  <dcterms:created xsi:type="dcterms:W3CDTF">2026-03-01T07:46:11Z</dcterms:created>
  <dcterms:modified xsi:type="dcterms:W3CDTF">2026-03-01T12:24:04Z</dcterms:modified>
</cp:coreProperties>
</file>